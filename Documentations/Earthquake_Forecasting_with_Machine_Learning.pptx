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6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physical cause first, then the human cost, then land on the gap: there is no reliable automated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correlation in seismic activity is what makes the problem learnable. Walk the pipeline left to right, then state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candidates, tuned by grid search on ROC-AUC with time-series cross-validation.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Python scientific stack. Note that data comes from public catalogs — USGS and IRIS — so the dataset is available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57275"/>
            <a:ext cx="533400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4500" y="914400"/>
            <a:ext cx="3187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TITLE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2166640"/>
            <a:ext cx="14716125" cy="3334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426"/>
              </a:lnSpc>
              <a:buNone/>
            </a:pPr>
            <a:r>
              <a:rPr lang="en-US" sz="8400" b="1" kern="0" spc="-126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Automatic Earthquake Forecasting System Using Machine Learning Approach</a:t>
            </a:r>
            <a:endParaRPr lang="en-US" sz="8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5996434"/>
            <a:ext cx="13335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600" y="7686675"/>
            <a:ext cx="37678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90600" y="8124825"/>
            <a:ext cx="37678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Bharadwaj Nadiminti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254079" y="7686675"/>
            <a:ext cx="23520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54079" y="8124825"/>
            <a:ext cx="23520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24EMDT7067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30493" y="7686675"/>
            <a:ext cx="36383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30493" y="8124825"/>
            <a:ext cx="36383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in Data Science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990600" y="9039225"/>
            <a:ext cx="16306800" cy="9525"/>
          </a:xfrm>
          <a:prstGeom prst="rect">
            <a:avLst/>
          </a:prstGeom>
          <a:solidFill>
            <a:srgbClr val="2231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90600" y="9258300"/>
            <a:ext cx="76042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AUTOMATIC EARTHQUAKE FORECASTING SYSTEM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68192" y="9258300"/>
            <a:ext cx="405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57275"/>
            <a:ext cx="533400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4500" y="914400"/>
            <a:ext cx="46747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PROBLEM STATEMENT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621631"/>
            <a:ext cx="6106582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600" b="1" kern="0" spc="-66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6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400" y="1504950"/>
            <a:ext cx="5715000" cy="857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rot="2700000">
            <a:off x="990600" y="3114675"/>
            <a:ext cx="95250" cy="952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295400" y="2971800"/>
            <a:ext cx="9465994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DB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Tectonic plates, stuck at their edges by friction, suddenly slip along a fault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 rot="2700000">
            <a:off x="990600" y="4326136"/>
            <a:ext cx="95250" cy="952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295400" y="4183261"/>
            <a:ext cx="830964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DB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energy travels through the crust as waves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 rot="2700000">
            <a:off x="990600" y="5074741"/>
            <a:ext cx="95250" cy="952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295400" y="4931866"/>
            <a:ext cx="9465994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DB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Buildings, hospitals and schools destroyed; injury, loss of life and property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1171486" y="2971800"/>
            <a:ext cx="6125914" cy="2522041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171486" y="2971800"/>
            <a:ext cx="6125914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552486" y="3390900"/>
            <a:ext cx="59003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GAP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552486" y="3886200"/>
            <a:ext cx="5524832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432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automated way to warn </a:t>
            </a:r>
            <a:r>
              <a:rPr lang="en-US" sz="2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damaging earthquake will strike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90600" y="7343775"/>
            <a:ext cx="17937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EFFECTS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90600" y="7839075"/>
            <a:ext cx="3108871" cy="819150"/>
          </a:xfrm>
          <a:prstGeom prst="rect">
            <a:avLst/>
          </a:prstGeom>
          <a:solidFill>
            <a:srgbClr val="131E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90600" y="7839075"/>
            <a:ext cx="28575" cy="8191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247775" y="8086725"/>
            <a:ext cx="27163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shaking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4289971" y="7839075"/>
            <a:ext cx="3109020" cy="819150"/>
          </a:xfrm>
          <a:prstGeom prst="rect">
            <a:avLst/>
          </a:prstGeom>
          <a:solidFill>
            <a:srgbClr val="131E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289971" y="7839075"/>
            <a:ext cx="28575" cy="8191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47146" y="8086725"/>
            <a:ext cx="27165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rupture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7589490" y="7839075"/>
            <a:ext cx="3108871" cy="819150"/>
          </a:xfrm>
          <a:prstGeom prst="rect">
            <a:avLst/>
          </a:prstGeom>
          <a:solidFill>
            <a:srgbClr val="131E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589490" y="7839075"/>
            <a:ext cx="28575" cy="8191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846665" y="8086725"/>
            <a:ext cx="27163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Landslides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0888861" y="7839075"/>
            <a:ext cx="3109020" cy="819150"/>
          </a:xfrm>
          <a:prstGeom prst="rect">
            <a:avLst/>
          </a:prstGeom>
          <a:solidFill>
            <a:srgbClr val="131E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0888861" y="7839075"/>
            <a:ext cx="28575" cy="8191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11146036" y="8086725"/>
            <a:ext cx="27165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Tsunamis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4188380" y="7839075"/>
            <a:ext cx="3108871" cy="819150"/>
          </a:xfrm>
          <a:prstGeom prst="rect">
            <a:avLst/>
          </a:prstGeom>
          <a:solidFill>
            <a:srgbClr val="131E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14188380" y="7839075"/>
            <a:ext cx="28575" cy="8191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14445555" y="8086725"/>
            <a:ext cx="27163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Liquefaction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90600" y="9039225"/>
            <a:ext cx="16306800" cy="9525"/>
          </a:xfrm>
          <a:prstGeom prst="rect">
            <a:avLst/>
          </a:prstGeom>
          <a:solidFill>
            <a:srgbClr val="2231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990600" y="9258300"/>
            <a:ext cx="76042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AUTOMATIC EARTHQUAKE FORECASTING SYSTEM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968192" y="9258300"/>
            <a:ext cx="405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57275"/>
            <a:ext cx="533400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4500" y="914400"/>
            <a:ext cx="46747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PROPOSED APPROACH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504950"/>
            <a:ext cx="1793748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600" b="1" kern="0" spc="-66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 rot="2700000">
            <a:off x="990600" y="2950369"/>
            <a:ext cx="95250" cy="952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95400" y="2817019"/>
            <a:ext cx="7770114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DB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crust movement makes events spatially and temporally correlated — that correlation is learnable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 rot="2700000">
            <a:off x="9448800" y="2950369"/>
            <a:ext cx="95250" cy="952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753600" y="2817019"/>
            <a:ext cx="7770114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dirty="0">
                <a:solidFill>
                  <a:srgbClr val="DB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trained on historical and real-time seismic data forecasts when and where events are likely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600" y="4737943"/>
            <a:ext cx="17937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5252293"/>
            <a:ext cx="2378720" cy="1771650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90600" y="6995368"/>
            <a:ext cx="237872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38250" y="5538043"/>
            <a:ext cx="20717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8250" y="5976193"/>
            <a:ext cx="19596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data collection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483620" y="5928568"/>
            <a:ext cx="254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3776067" y="5252293"/>
            <a:ext cx="2378869" cy="1771650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76067" y="6995368"/>
            <a:ext cx="2378869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717" y="5538043"/>
            <a:ext cx="20719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717" y="5976193"/>
            <a:ext cx="20719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269236" y="5928568"/>
            <a:ext cx="254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6561683" y="5252293"/>
            <a:ext cx="2378869" cy="1771650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61683" y="6995368"/>
            <a:ext cx="2378869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09333" y="5538043"/>
            <a:ext cx="20719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9333" y="5976193"/>
            <a:ext cx="195976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054852" y="5928568"/>
            <a:ext cx="254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347299" y="5252293"/>
            <a:ext cx="2378869" cy="1771650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347299" y="6995368"/>
            <a:ext cx="2378869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594949" y="5538043"/>
            <a:ext cx="20719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94949" y="5976193"/>
            <a:ext cx="195976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training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840468" y="5928568"/>
            <a:ext cx="254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2132915" y="5252293"/>
            <a:ext cx="2378869" cy="1771650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2132915" y="6995368"/>
            <a:ext cx="2378869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380565" y="5538043"/>
            <a:ext cx="20719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80565" y="5976193"/>
            <a:ext cx="195976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output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4626084" y="5928568"/>
            <a:ext cx="25434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4918531" y="5252293"/>
            <a:ext cx="2378869" cy="177165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5166181" y="5538043"/>
            <a:ext cx="20719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4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166181" y="5976193"/>
            <a:ext cx="195976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1A1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alert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990600" y="8326785"/>
            <a:ext cx="7712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952327" y="8155335"/>
            <a:ext cx="14312101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33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early enough for appropriate disaster response, minimizing loss of life and property</a:t>
            </a:r>
            <a:endParaRPr lang="en-US" sz="3300" dirty="0"/>
          </a:p>
        </p:txBody>
      </p:sp>
      <p:sp>
        <p:nvSpPr>
          <p:cNvPr id="40" name="Shape 38"/>
          <p:cNvSpPr/>
          <p:nvPr/>
        </p:nvSpPr>
        <p:spPr>
          <a:xfrm>
            <a:off x="990600" y="9039225"/>
            <a:ext cx="16306800" cy="9525"/>
          </a:xfrm>
          <a:prstGeom prst="rect">
            <a:avLst/>
          </a:prstGeom>
          <a:solidFill>
            <a:srgbClr val="2231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90600" y="9258300"/>
            <a:ext cx="76042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AUTOMATIC EARTHQUAKE FORECASTING SYSTEM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968192" y="9258300"/>
            <a:ext cx="405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57275"/>
            <a:ext cx="533400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4500" y="914400"/>
            <a:ext cx="42497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PROPOSED MODELS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504950"/>
            <a:ext cx="1793748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600" b="1" kern="0" spc="-66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Models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2855119"/>
            <a:ext cx="5270450" cy="303430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90600" y="5860852"/>
            <a:ext cx="527045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14450" y="3217069"/>
            <a:ext cx="5085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4450" y="3712369"/>
            <a:ext cx="508502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 + Decision Tree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14450" y="4363789"/>
            <a:ext cx="4761433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2 / 5 / 7 n_estimators 200 – 600 learning_rate 0.6 · SAMME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08700" y="2855119"/>
            <a:ext cx="5270450" cy="303430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08700" y="5860852"/>
            <a:ext cx="527045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32550" y="3217069"/>
            <a:ext cx="5085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32550" y="3712369"/>
            <a:ext cx="508502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 + Random Forest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832550" y="4363789"/>
            <a:ext cx="4761433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200 / 700 max_features sqrt / log2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26801" y="2855119"/>
            <a:ext cx="5270450" cy="303430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026801" y="5860852"/>
            <a:ext cx="527045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350651" y="3217069"/>
            <a:ext cx="5085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50651" y="3712369"/>
            <a:ext cx="5085025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2350651" y="4363789"/>
            <a:ext cx="4761433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gbtree · binary:logistic max_depth 6 · eta 0.03 2000 rounds, early stopping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0600" y="8326785"/>
            <a:ext cx="11187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99841" y="8155335"/>
            <a:ext cx="11376437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33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scored on ROC-AUC, cross-validated with TimeSeriesSplit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90600" y="9039225"/>
            <a:ext cx="16306800" cy="9525"/>
          </a:xfrm>
          <a:prstGeom prst="rect">
            <a:avLst/>
          </a:prstGeom>
          <a:solidFill>
            <a:srgbClr val="2231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90600" y="9258300"/>
            <a:ext cx="76042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AUTOMATIC EARTHQUAKE FORECASTING SYSTEM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68192" y="9258300"/>
            <a:ext cx="405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57275"/>
            <a:ext cx="533400" cy="3810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14500" y="914400"/>
            <a:ext cx="57370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TOOLS AND TECHNOLOGIES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1504950"/>
            <a:ext cx="1793748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600" b="1" kern="0" spc="-66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Technologies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2855119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14450" y="3283744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81150" y="3198019"/>
            <a:ext cx="14887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4450" y="3674269"/>
            <a:ext cx="50850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6508700" y="2855119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32550" y="3283744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99250" y="3198019"/>
            <a:ext cx="1674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/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2550" y="3674269"/>
            <a:ext cx="4761433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TensorFlow or Keras, NumPy, Pandas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026801" y="2855119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2350651" y="3283744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617351" y="3198019"/>
            <a:ext cx="24191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50651" y="3674269"/>
            <a:ext cx="50850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Matplotlib, Seaborn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0600" y="5880497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314450" y="6309122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581150" y="6223397"/>
            <a:ext cx="22330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14450" y="6699647"/>
            <a:ext cx="4761433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Earthquake Catalog, IRIS seismic data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08700" y="5880497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32550" y="6309122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99250" y="6223397"/>
            <a:ext cx="1860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32550" y="6699647"/>
            <a:ext cx="508502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or Streamlit dashboard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2026801" y="5880497"/>
            <a:ext cx="5270450" cy="2777728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2350651" y="6309122"/>
            <a:ext cx="133350" cy="13335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2617351" y="6223397"/>
            <a:ext cx="2047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FA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50651" y="6699647"/>
            <a:ext cx="4761433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Notebook, Google Colab, VS Code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90600" y="9039225"/>
            <a:ext cx="16306800" cy="9525"/>
          </a:xfrm>
          <a:prstGeom prst="rect">
            <a:avLst/>
          </a:prstGeom>
          <a:solidFill>
            <a:srgbClr val="2231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90600" y="9258300"/>
            <a:ext cx="76042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AUTOMATIC EARTHQUAKE FORECASTING SYSTEM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968192" y="9258300"/>
            <a:ext cx="405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F8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420</Words>
  <Application>Microsoft Office PowerPoint</Application>
  <PresentationFormat>Custom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Bharadwaj Nadiminti</cp:lastModifiedBy>
  <cp:revision>3</cp:revision>
  <dcterms:created xsi:type="dcterms:W3CDTF">2026-08-29T05:11:12Z</dcterms:created>
  <dcterms:modified xsi:type="dcterms:W3CDTF">2026-08-29T05:15:32Z</dcterms:modified>
</cp:coreProperties>
</file>